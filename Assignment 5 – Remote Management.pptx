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78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9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729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16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923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53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715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0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32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13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0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291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965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56C6D-DE6B-373F-4E55-42172B501C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818" r="909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3F8541-006F-635E-22FF-F1EFAD2AC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Assignment 5 – Remote Management</a:t>
            </a:r>
            <a:endParaRPr lang="en-CA" sz="60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5F67A-BF5A-4271-7F35-8D3351D46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Daphne Camodoc</a:t>
            </a:r>
            <a:endParaRPr lang="en-CA" sz="200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48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90C8C-8482-6856-8A6A-FB3B3BDC8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Saved MMC and its snap-ins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247E54E6-A590-5E4B-F7FE-05B1470AB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214" y="581096"/>
            <a:ext cx="6297769" cy="569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03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23DE94-507E-2EBA-2736-CDCC7590F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963071-A128-1C3F-697E-AD1CBBDB6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Active Directory Users and Computers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D7FA31-14BF-016B-9C36-8D2E95A9F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215" y="708184"/>
            <a:ext cx="6309136" cy="544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46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0839B-5C18-9EBF-48C3-C45A2A5EC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C0780-89A3-D2C7-906A-E21CEB24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DHCP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F0B392-AA73-1C30-C1C7-A83233591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786" y="886138"/>
            <a:ext cx="6465193" cy="554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300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12BEDC-AC76-0F4E-3352-9622BF8F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D0BA7-D691-9695-D1E5-8628305B0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DNS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968CEC-C8E1-FDD4-D39B-7BAE104A8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011" y="837128"/>
            <a:ext cx="6609243" cy="543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7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DE9E68-88A4-D554-F108-F36C3AC29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1F718-B19F-013E-4025-67340C5C8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GROUP POLICY MANAGEMENT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omputer screen with a blue background&#10;&#10;AI-generated content may be incorrect.">
            <a:extLst>
              <a:ext uri="{FF2B5EF4-FFF2-40B4-BE49-F238E27FC236}">
                <a16:creationId xmlns:a16="http://schemas.microsoft.com/office/drawing/2014/main" id="{4B5700DC-AA98-C184-F23F-88A79BDAE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395" y="721217"/>
            <a:ext cx="6777072" cy="55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339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F26E0-DF9A-91EB-954B-1DFF6D314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114CD-480D-0B64-076B-AA540F53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000"/>
              <a:t>Screenshots of the requested OU structure and it's contents. 6 Users and 3 Groups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E0D2A5-C167-FB61-F32A-674B344F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FEAB8825-E8E4-99F8-699A-4F98D0677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650" y="2886923"/>
            <a:ext cx="3928096" cy="3299601"/>
          </a:xfrm>
          <a:prstGeom prst="rect">
            <a:avLst/>
          </a:prstGeom>
        </p:spPr>
      </p:pic>
      <p:pic>
        <p:nvPicPr>
          <p:cNvPr id="4" name="Picture 3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AE98328A-6142-0273-ECA5-EED1FB42F3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500" y="2886923"/>
            <a:ext cx="4011673" cy="329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243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FFFC4-BC86-4F53-5B36-8CF5BB46B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CA15C9-224F-7C0E-8E08-484084235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1428168"/>
            <a:ext cx="3517119" cy="399551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272743-455E-557F-822B-4976F4022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676" y="1442870"/>
            <a:ext cx="3537345" cy="396611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034AD8-16D0-4915-F088-9A27E22173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336" y="1451404"/>
            <a:ext cx="3517120" cy="394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964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0E9CED-C253-D751-6098-80B5A8C12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3D1430-ABD5-99E4-B1C6-14E17C303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000"/>
              <a:t>Establishing remote desktop connection, and cmd after connecting.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E0D2A5-C167-FB61-F32A-674B344F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A41FBD-CF40-C754-9321-68E3D08B0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328" y="2886923"/>
            <a:ext cx="3707417" cy="3299601"/>
          </a:xfrm>
          <a:prstGeom prst="rect">
            <a:avLst/>
          </a:prstGeom>
        </p:spPr>
      </p:pic>
      <p:pic>
        <p:nvPicPr>
          <p:cNvPr id="6" name="Picture 5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5320F11B-727B-FFD8-77A8-437A4F3944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500" y="2886923"/>
            <a:ext cx="3781777" cy="329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510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346B9-F5BD-E697-8FF7-F6CD96A53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AC0858-A1CB-086B-7EA1-87B1E1BC1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434438"/>
            <a:ext cx="2983229" cy="26129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/>
              <a:t>Reservation in DHCP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80A493-7890-DE6E-26F0-223301137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848" y="990201"/>
            <a:ext cx="7245152" cy="48180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42239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50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Grandview Display</vt:lpstr>
      <vt:lpstr>Neue Haas Grotesk Text Pro</vt:lpstr>
      <vt:lpstr>DashVTI</vt:lpstr>
      <vt:lpstr>Assignment 5 – Remote Management</vt:lpstr>
      <vt:lpstr>Saved MMC and its snap-ins</vt:lpstr>
      <vt:lpstr>Active Directory Users and Computers</vt:lpstr>
      <vt:lpstr>DHCP</vt:lpstr>
      <vt:lpstr>DNS</vt:lpstr>
      <vt:lpstr>GROUP POLICY MANAGEMENT</vt:lpstr>
      <vt:lpstr>Screenshots of the requested OU structure and it's contents. 6 Users and 3 Groups</vt:lpstr>
      <vt:lpstr>PowerPoint Presentation</vt:lpstr>
      <vt:lpstr>Establishing remote desktop connection, and cmd after connecting.</vt:lpstr>
      <vt:lpstr>Reservation in DHCP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Camodoc,Daphne Gwyneth</dc:creator>
  <cp:lastModifiedBy>Camodoc,Daphne Gwyneth</cp:lastModifiedBy>
  <cp:revision>3</cp:revision>
  <dcterms:created xsi:type="dcterms:W3CDTF">2025-10-07T17:59:27Z</dcterms:created>
  <dcterms:modified xsi:type="dcterms:W3CDTF">2025-10-07T19:12:33Z</dcterms:modified>
</cp:coreProperties>
</file>