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handoutMasterIdLst>
    <p:handoutMasterId r:id="rId20"/>
  </p:handoutMasterIdLst>
  <p:sldIdLst>
    <p:sldId id="436" r:id="rId5"/>
    <p:sldId id="443" r:id="rId6"/>
    <p:sldId id="444" r:id="rId7"/>
    <p:sldId id="446" r:id="rId8"/>
    <p:sldId id="450" r:id="rId9"/>
    <p:sldId id="449" r:id="rId10"/>
    <p:sldId id="451" r:id="rId11"/>
    <p:sldId id="452" r:id="rId12"/>
    <p:sldId id="453" r:id="rId13"/>
    <p:sldId id="454" r:id="rId14"/>
    <p:sldId id="456" r:id="rId15"/>
    <p:sldId id="457" r:id="rId16"/>
    <p:sldId id="458" r:id="rId17"/>
    <p:sldId id="43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266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36382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93947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87021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05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1097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97710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2744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3924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526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8561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1012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2028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6">
            <a:extLst>
              <a:ext uri="{FF2B5EF4-FFF2-40B4-BE49-F238E27FC236}">
                <a16:creationId xmlns:a16="http://schemas.microsoft.com/office/drawing/2014/main" id="{F8F589DA-127F-E2E7-6ADA-1D3C0479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5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00FBF0-749D-0FF0-74B6-3565174CA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 10">
            <a:extLst>
              <a:ext uri="{FF2B5EF4-FFF2-40B4-BE49-F238E27FC236}">
                <a16:creationId xmlns:a16="http://schemas.microsoft.com/office/drawing/2014/main" id="{0DDA3FAB-74FF-4772-2BA4-B242E12AB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BE95B3E-84B8-3910-65C9-87914802BE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369277"/>
            <a:ext cx="9590215" cy="1708514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0">
            <a:extLst>
              <a:ext uri="{FF2B5EF4-FFF2-40B4-BE49-F238E27FC236}">
                <a16:creationId xmlns:a16="http://schemas.microsoft.com/office/drawing/2014/main" id="{90BA2746-C141-C524-CDDE-DD672A80A2C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3"/>
            <a:ext cx="3347782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 b="1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 b="1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 b="1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0">
            <a:extLst>
              <a:ext uri="{FF2B5EF4-FFF2-40B4-BE49-F238E27FC236}">
                <a16:creationId xmlns:a16="http://schemas.microsoft.com/office/drawing/2014/main" id="{53421E6F-1A11-40B7-DB53-FC96CE9D787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925269" y="2274033"/>
            <a:ext cx="6036544" cy="343665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78CC75E-2849-6C28-42BF-61EBFD22C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96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2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36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31" r:id="rId13"/>
    <p:sldLayoutId id="214748373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LAB 1 | LINUX UBUNTU INSTALL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1945D54-A284-835B-B949-4F6D36F38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80981-6211-B9EF-9A10-4D4B043758C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0866" y="2274033"/>
            <a:ext cx="9051215" cy="3436653"/>
          </a:xfrm>
        </p:spPr>
        <p:txBody>
          <a:bodyPr/>
          <a:lstStyle/>
          <a:p>
            <a:r>
              <a:rPr lang="en-US" dirty="0"/>
              <a:t>Download the Ubuntu Linux Distribution </a:t>
            </a:r>
          </a:p>
          <a:p>
            <a:r>
              <a:rPr lang="en-US" dirty="0"/>
              <a:t>Create the Linux virtual machine on Virtual Box</a:t>
            </a:r>
          </a:p>
          <a:p>
            <a:r>
              <a:rPr lang="en-US" dirty="0"/>
              <a:t>Ensure that it is the latest version of Ubuntu (24.10)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E04509-99F0-B7A3-5C7A-C5A635046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49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750372-A5D0-3F3B-BBA6-104D4767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Download the Latest version of Ubuntu (24.10)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E4D42D-00F9-DC00-81AF-2A99585C6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44029-BFC3-A52D-95AA-6CB52B926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6336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B2800F-1F57-AE21-84F9-F822BF1D1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36394-D1AA-2B14-E282-F884DED82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</a:rPr>
              <a:t>Open the Virtual Box</a:t>
            </a:r>
            <a:endParaRPr lang="en-US" sz="44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C4A1B4-D5A3-C264-A97B-C72FE3929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565A41-9B98-FAFA-7E7D-E781331D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2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D197A9-AAB6-73BA-5505-60F6E279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67AB8-BFBB-0EF4-DCA2-87618049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</a:rPr>
              <a:t>Click New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A83E8C-4B1C-6524-FC07-2C75B1281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DF124-4FBA-D4DF-7517-1CB7812E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6698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2F706-5D00-7552-0B1D-41D6A0B90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B07E6A-E2B7-BAC5-2B37-7F029003D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Create the Linux virtual machine on Virtual Box</a:t>
            </a:r>
          </a:p>
        </p:txBody>
      </p:sp>
      <p:pic>
        <p:nvPicPr>
          <p:cNvPr id="4" name="Picture 3" descr="A computer screen shot of a computer screen&#10;&#10;Description automatically generated">
            <a:extLst>
              <a:ext uri="{FF2B5EF4-FFF2-40B4-BE49-F238E27FC236}">
                <a16:creationId xmlns:a16="http://schemas.microsoft.com/office/drawing/2014/main" id="{E716E8ED-FFBA-DA42-A033-52F637B47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486E12-9825-0979-DDFA-DAA65A3F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646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0147F-8DDD-A06E-8854-FDAF722B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5EFC9-08FF-E3DF-2118-87FC5D313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926" y="1675024"/>
            <a:ext cx="3814549" cy="335410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</a:rPr>
              <a:t>Click Next</a:t>
            </a: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</a:rPr>
              <a:t>and modify your preferred RAM and CPU count.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7FF35B-5E49-8F60-B6BA-215369B7B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B3E975-6315-03F1-C5F2-F01A6F81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25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20CE8-F5F1-95F3-A156-2D5A3E743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FBEE56-C62D-7B30-5072-7B72F2CC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Click Next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32F460-BAE0-1652-039C-EC50A3644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5F707-D495-1C8D-F649-7026F51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508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4F4CB-44C2-7A64-B0DA-0E789561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08AD7-496D-4AD8-A9E8-F549793A3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</a:rPr>
              <a:t>Click Finish</a:t>
            </a:r>
            <a:endParaRPr lang="en-US" sz="4400">
              <a:solidFill>
                <a:srgbClr val="FFFFFF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17A602-04CD-3B14-6515-018A4B097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14967-23D3-1D7C-8BDC-983413FD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0579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FB8937-F759-6D40-DFFE-9C6F60AAF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6FFBE-C33A-D5BB-5AAF-DA48F214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</a:rPr>
              <a:t>Click Start</a:t>
            </a:r>
            <a:endParaRPr lang="en-US" sz="4400">
              <a:solidFill>
                <a:srgbClr val="FFFFFF"/>
              </a:solidFill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10CBD2DE-80F1-1A8B-279A-5377A7CED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5D308-8435-E70D-74B0-38F3EE17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660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7021F-0F4C-41AD-9BE6-EB368E8A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D8A64-55CB-02B7-D653-EA526CA2F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</a:rPr>
              <a:t>Click the Try or Install</a:t>
            </a:r>
          </a:p>
        </p:txBody>
      </p:sp>
      <p:pic>
        <p:nvPicPr>
          <p:cNvPr id="4" name="Picture 3" descr="A computer screen shot of a black screen&#10;&#10;Description automatically generated">
            <a:extLst>
              <a:ext uri="{FF2B5EF4-FFF2-40B4-BE49-F238E27FC236}">
                <a16:creationId xmlns:a16="http://schemas.microsoft.com/office/drawing/2014/main" id="{B1823175-FC7D-DA2E-4F09-5FBD9E863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6DE8F-57EE-BF36-E66B-3C0020AEF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098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A5D13-13EF-EE38-FE50-4B83A2FF8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49AE49-2E3B-1B63-E5F9-3566D211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22362"/>
            <a:ext cx="3814549" cy="3354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</a:rPr>
              <a:t>Wait for it to load and select language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BA51CC-B179-471F-1B81-E93E4BF34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F4094F-293B-6E46-1B62-14E1C641E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2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D27CC-77CC-784A-2152-75030B59D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7A08E557-10DB-421A-876E-1AE58F8E0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5B09F67-0226-4836-9B22-AFF94EF63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EF6D18FB-3D39-4747-9ED8-42C5DFAB8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11" y="1"/>
            <a:ext cx="5199156" cy="6857999"/>
          </a:xfrm>
          <a:custGeom>
            <a:avLst/>
            <a:gdLst>
              <a:gd name="connsiteX0" fmla="*/ 0 w 5199156"/>
              <a:gd name="connsiteY0" fmla="*/ 0 h 6857999"/>
              <a:gd name="connsiteX1" fmla="*/ 5199156 w 5199156"/>
              <a:gd name="connsiteY1" fmla="*/ 0 h 6857999"/>
              <a:gd name="connsiteX2" fmla="*/ 5199156 w 5199156"/>
              <a:gd name="connsiteY2" fmla="*/ 4404241 h 6857999"/>
              <a:gd name="connsiteX3" fmla="*/ 2996280 w 5199156"/>
              <a:gd name="connsiteY3" fmla="*/ 6845331 h 6857999"/>
              <a:gd name="connsiteX4" fmla="*/ 2762435 w 5199156"/>
              <a:gd name="connsiteY4" fmla="*/ 6857139 h 6857999"/>
              <a:gd name="connsiteX5" fmla="*/ 2762435 w 5199156"/>
              <a:gd name="connsiteY5" fmla="*/ 6857999 h 6857999"/>
              <a:gd name="connsiteX6" fmla="*/ 2745398 w 5199156"/>
              <a:gd name="connsiteY6" fmla="*/ 6857999 h 6857999"/>
              <a:gd name="connsiteX7" fmla="*/ 0 w 5199156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99156" h="6857999">
                <a:moveTo>
                  <a:pt x="0" y="0"/>
                </a:moveTo>
                <a:lnTo>
                  <a:pt x="5199156" y="0"/>
                </a:lnTo>
                <a:lnTo>
                  <a:pt x="5199156" y="4404241"/>
                </a:lnTo>
                <a:cubicBezTo>
                  <a:pt x="5199156" y="5674715"/>
                  <a:pt x="4233603" y="6719673"/>
                  <a:pt x="2996280" y="6845331"/>
                </a:cubicBezTo>
                <a:lnTo>
                  <a:pt x="2762435" y="6857139"/>
                </a:lnTo>
                <a:lnTo>
                  <a:pt x="2762435" y="6857999"/>
                </a:lnTo>
                <a:lnTo>
                  <a:pt x="2745398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EDCDD4D4-ADBD-45B9-944B-E77CC2584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34" y="-39394"/>
            <a:ext cx="2353172" cy="2431959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B4A42-135E-162B-1840-2A2EE468D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829" y="1675024"/>
            <a:ext cx="3814549" cy="3354104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</a:rPr>
              <a:t>This is the Home Screen of Ubuntu, You can also create your account if needed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B99155-24BC-E0BF-615C-CA7F18DC4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52" y="1828871"/>
            <a:ext cx="5689348" cy="320025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D480B-CABA-FE87-12D3-769E9D3EE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AB70BE-1769-45B8-85A6-0C837432C7E6}" type="slidenum">
              <a:rPr lang="en-US" sz="1900">
                <a:solidFill>
                  <a:schemeClr val="accent2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sz="19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379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4758" y="980990"/>
            <a:ext cx="4602483" cy="4896019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453AF4-4FB0-4B39-9296-55DED383E9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D7C3E5-1734-4636-9EC5-AEB06BF1FB20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4C5C2001-E626-4890-B405-22B5BD1CB05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 overlay design</Template>
  <TotalTime>69</TotalTime>
  <Words>120</Words>
  <Application>Microsoft Office PowerPoint</Application>
  <PresentationFormat>Widescreen</PresentationFormat>
  <Paragraphs>33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Nova Light</vt:lpstr>
      <vt:lpstr>Calibri</vt:lpstr>
      <vt:lpstr>Elephant</vt:lpstr>
      <vt:lpstr>ModOverlayVTI</vt:lpstr>
      <vt:lpstr>LAB 1 | LINUX UBUNTU INSTALL</vt:lpstr>
      <vt:lpstr>Overview </vt:lpstr>
      <vt:lpstr>Download the Latest version of Ubuntu (24.10)</vt:lpstr>
      <vt:lpstr>Open the Virtual Box</vt:lpstr>
      <vt:lpstr>Click New</vt:lpstr>
      <vt:lpstr>Create the Linux virtual machine on Virtual Box</vt:lpstr>
      <vt:lpstr>Click Next and modify your preferred RAM and CPU count.</vt:lpstr>
      <vt:lpstr>Click Next</vt:lpstr>
      <vt:lpstr>Click Finish</vt:lpstr>
      <vt:lpstr>Click Start</vt:lpstr>
      <vt:lpstr>Click the Try or Install</vt:lpstr>
      <vt:lpstr>Wait for it to load and select language</vt:lpstr>
      <vt:lpstr>This is the Home Screen of Ubuntu, You can also create your account if needed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Camodoc,Daphne Gwyneth</dc:creator>
  <cp:lastModifiedBy>Daphne Gwyneth Camodoc</cp:lastModifiedBy>
  <cp:revision>14</cp:revision>
  <dcterms:created xsi:type="dcterms:W3CDTF">2025-01-08T15:50:47Z</dcterms:created>
  <dcterms:modified xsi:type="dcterms:W3CDTF">2025-01-10T02:09:32Z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