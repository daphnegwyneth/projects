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6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2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5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0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0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10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0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4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27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9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0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olorful drops of water">
            <a:extLst>
              <a:ext uri="{FF2B5EF4-FFF2-40B4-BE49-F238E27FC236}">
                <a16:creationId xmlns:a16="http://schemas.microsoft.com/office/drawing/2014/main" id="{AAEEE57C-475A-0C31-CB33-ACFBD751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2" b="876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2D52C-20A6-896A-54C7-BAEE648BA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7436360" cy="3969960"/>
          </a:xfrm>
        </p:spPr>
        <p:txBody>
          <a:bodyPr anchor="t">
            <a:normAutofit/>
          </a:bodyPr>
          <a:lstStyle/>
          <a:p>
            <a:r>
              <a:rPr lang="en-US" sz="6600" dirty="0"/>
              <a:t>ASSIGNMENT 1 – ADDS/DNS/DHCP</a:t>
            </a:r>
            <a:endParaRPr lang="en-C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E7EC5-862D-2542-B1A9-77699B1B0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r>
              <a:rPr lang="en-US" sz="1800" dirty="0"/>
              <a:t>DAPHNE CAMODOC</a:t>
            </a:r>
            <a:endParaRPr lang="en-CA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1470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346F43-85A1-1706-F860-56A0BDC68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468" y="2114729"/>
            <a:ext cx="3533063" cy="3767138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765B75-63FF-B329-4F46-E1748C3D02CB}"/>
              </a:ext>
            </a:extLst>
          </p:cNvPr>
          <p:cNvSpPr txBox="1"/>
          <p:nvPr/>
        </p:nvSpPr>
        <p:spPr>
          <a:xfrm>
            <a:off x="625642" y="914400"/>
            <a:ext cx="4750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VMWare NAT network configuration</a:t>
            </a:r>
          </a:p>
          <a:p>
            <a:pPr lvl="1"/>
            <a:r>
              <a:rPr lang="en-PH" dirty="0"/>
              <a:t>192.168.X.0/24 Network</a:t>
            </a:r>
          </a:p>
          <a:p>
            <a:pPr lvl="1"/>
            <a:r>
              <a:rPr lang="en-PH" dirty="0"/>
              <a:t>192.168.X.254 Gateway</a:t>
            </a:r>
          </a:p>
          <a:p>
            <a:pPr lvl="1"/>
            <a:r>
              <a:rPr lang="en-PH" dirty="0"/>
              <a:t>no DHCP </a:t>
            </a:r>
          </a:p>
        </p:txBody>
      </p:sp>
    </p:spTree>
    <p:extLst>
      <p:ext uri="{BB962C8B-B14F-4D97-AF65-F5344CB8AC3E}">
        <p14:creationId xmlns:p14="http://schemas.microsoft.com/office/powerpoint/2010/main" val="408202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C3B6-34CC-7696-2FED-67896892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1C35-D8B1-4AA3-E1BC-A115CFAE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2500" b="0" dirty="0"/>
              <a:t>Name server NETW2500DC01</a:t>
            </a:r>
            <a:br>
              <a:rPr lang="en-PH" sz="2500" b="0" dirty="0"/>
            </a:br>
            <a:endParaRPr lang="en-CA" sz="25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D1D855-0E6D-0E3C-738F-CEE9BB2FB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550" y="2202429"/>
            <a:ext cx="3038899" cy="3677163"/>
          </a:xfrm>
        </p:spPr>
      </p:pic>
    </p:spTree>
    <p:extLst>
      <p:ext uri="{BB962C8B-B14F-4D97-AF65-F5344CB8AC3E}">
        <p14:creationId xmlns:p14="http://schemas.microsoft.com/office/powerpoint/2010/main" val="3793378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B30A-8889-84E8-E961-D9B23878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2067-0BC2-0BB2-9505-C43AF020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2500" b="0" dirty="0"/>
              <a:t>Add ADDS role</a:t>
            </a:r>
            <a:br>
              <a:rPr lang="en-PH" sz="2500" b="0" dirty="0"/>
            </a:br>
            <a:endParaRPr lang="en-CA" sz="2500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E9517D-3102-C34F-BBD1-372B0DDE3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880" y="1709928"/>
            <a:ext cx="5308239" cy="3767138"/>
          </a:xfrm>
        </p:spPr>
      </p:pic>
    </p:spTree>
    <p:extLst>
      <p:ext uri="{BB962C8B-B14F-4D97-AF65-F5344CB8AC3E}">
        <p14:creationId xmlns:p14="http://schemas.microsoft.com/office/powerpoint/2010/main" val="71892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B0F9-3CDA-B02E-5B9A-44D6AE560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E3B2-76C6-E134-1FC7-89304116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2500" b="0" dirty="0"/>
              <a:t>Promote domain controller </a:t>
            </a:r>
            <a:endParaRPr lang="en-CA" sz="25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D49B01-535B-F807-4E60-31565778A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524" y="1709928"/>
            <a:ext cx="5506951" cy="3767138"/>
          </a:xfrm>
        </p:spPr>
      </p:pic>
    </p:spTree>
    <p:extLst>
      <p:ext uri="{BB962C8B-B14F-4D97-AF65-F5344CB8AC3E}">
        <p14:creationId xmlns:p14="http://schemas.microsoft.com/office/powerpoint/2010/main" val="425577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103C-A254-BEA6-57D4-ECDEF533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PH" sz="2500" b="0" dirty="0"/>
              <a:t>Create OU structure: netw2500 -&gt; users/computers</a:t>
            </a:r>
            <a:br>
              <a:rPr lang="en-PH" sz="2500" b="0" dirty="0"/>
            </a:br>
            <a:r>
              <a:rPr lang="en-PH" sz="2500" b="0" dirty="0"/>
              <a:t>Create user: w#</a:t>
            </a:r>
            <a:br>
              <a:rPr lang="en-PH" sz="2500" b="0" dirty="0"/>
            </a:br>
            <a:r>
              <a:rPr lang="en-US" sz="2500" b="0" dirty="0"/>
              <a:t>Add user to domain admins group</a:t>
            </a:r>
            <a:br>
              <a:rPr lang="en-US" sz="2500" b="0" dirty="0"/>
            </a:br>
            <a:endParaRPr lang="en-PH" sz="2500" dirty="0"/>
          </a:p>
        </p:txBody>
      </p:sp>
      <p:pic>
        <p:nvPicPr>
          <p:cNvPr id="5" name="Content Placeholder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6B5289A-4AE0-E3DA-9745-54AEA00ED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6" t="22587" r="23309" b="24483"/>
          <a:stretch>
            <a:fillRect/>
          </a:stretch>
        </p:blipFill>
        <p:spPr>
          <a:xfrm>
            <a:off x="698498" y="2500110"/>
            <a:ext cx="4731999" cy="3606426"/>
          </a:xfrm>
        </p:spPr>
      </p:pic>
      <p:pic>
        <p:nvPicPr>
          <p:cNvPr id="7" name="Picture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7C0F7852-2FBF-FEA9-5DFF-6D126E947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00" t="25045" r="32666" b="30158"/>
          <a:stretch>
            <a:fillRect/>
          </a:stretch>
        </p:blipFill>
        <p:spPr>
          <a:xfrm>
            <a:off x="6761504" y="2261938"/>
            <a:ext cx="3320294" cy="39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74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6343-81F6-EF10-28D2-D1B37166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BB2F-1200-802F-0914-9C40F24F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2500" b="0" dirty="0"/>
              <a:t>Login as this user</a:t>
            </a:r>
            <a:br>
              <a:rPr lang="en-PH" sz="2500" b="0" dirty="0"/>
            </a:br>
            <a:endParaRPr lang="en-PH" sz="2500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3C7BC5-F6BA-B8D6-020A-699A6BCFA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3" t="9492" r="942" b="12360"/>
          <a:stretch>
            <a:fillRect/>
          </a:stretch>
        </p:blipFill>
        <p:spPr>
          <a:xfrm>
            <a:off x="1814811" y="1709928"/>
            <a:ext cx="8562377" cy="4676434"/>
          </a:xfrm>
        </p:spPr>
      </p:pic>
    </p:spTree>
    <p:extLst>
      <p:ext uri="{BB962C8B-B14F-4D97-AF65-F5344CB8AC3E}">
        <p14:creationId xmlns:p14="http://schemas.microsoft.com/office/powerpoint/2010/main" val="218194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0A8CC-AEB2-38DD-AACB-C401D1529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55B2-0F18-DB8D-2B56-7D0084FC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b="0" dirty="0"/>
              <a:t>Configure a static IP using the following settings:</a:t>
            </a:r>
            <a:br>
              <a:rPr lang="en-US" sz="1800" b="0" dirty="0"/>
            </a:br>
            <a:r>
              <a:rPr lang="en-US" sz="1800" b="0" dirty="0"/>
              <a:t>192.168.X.100</a:t>
            </a:r>
            <a:br>
              <a:rPr lang="en-US" sz="1800" b="0" dirty="0"/>
            </a:br>
            <a:r>
              <a:rPr lang="en-US" sz="1800" b="0" dirty="0"/>
              <a:t>255.255.255.0</a:t>
            </a:r>
            <a:br>
              <a:rPr lang="en-US" sz="1800" b="0" dirty="0"/>
            </a:br>
            <a:r>
              <a:rPr lang="en-US" sz="1800" b="0" dirty="0"/>
              <a:t>192.168.X.254</a:t>
            </a:r>
            <a:br>
              <a:rPr lang="en-US" sz="1800" b="0" dirty="0"/>
            </a:br>
            <a:r>
              <a:rPr lang="en-US" sz="1800" b="0" dirty="0"/>
              <a:t>127.0.0.1</a:t>
            </a:r>
            <a:br>
              <a:rPr lang="en-US" sz="1800" b="0" dirty="0"/>
            </a:br>
            <a:endParaRPr lang="en-PH" sz="18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981039-D419-9D6B-628B-727B6EC331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700" y="2578100"/>
            <a:ext cx="3248950" cy="3767138"/>
          </a:xfrm>
        </p:spPr>
      </p:pic>
    </p:spTree>
    <p:extLst>
      <p:ext uri="{BB962C8B-B14F-4D97-AF65-F5344CB8AC3E}">
        <p14:creationId xmlns:p14="http://schemas.microsoft.com/office/powerpoint/2010/main" val="2979972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B581-2C3C-F68D-ADF5-32D83DEA8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6057-F003-90E1-BF02-5E7B5137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2500" b="0" dirty="0"/>
              <a:t>Add DHCP role</a:t>
            </a:r>
            <a:br>
              <a:rPr lang="en-PH" sz="2500" b="0" dirty="0"/>
            </a:br>
            <a:endParaRPr lang="en-PH" sz="2500" dirty="0"/>
          </a:p>
        </p:txBody>
      </p:sp>
      <p:pic>
        <p:nvPicPr>
          <p:cNvPr id="5" name="Content Placeholder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94800AC5-8B0A-DC28-3579-F8E4CD707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60" t="22587" r="22980" b="25353"/>
          <a:stretch>
            <a:fillRect/>
          </a:stretch>
        </p:blipFill>
        <p:spPr>
          <a:xfrm>
            <a:off x="3470606" y="1780675"/>
            <a:ext cx="5250788" cy="3753852"/>
          </a:xfrm>
        </p:spPr>
      </p:pic>
    </p:spTree>
    <p:extLst>
      <p:ext uri="{BB962C8B-B14F-4D97-AF65-F5344CB8AC3E}">
        <p14:creationId xmlns:p14="http://schemas.microsoft.com/office/powerpoint/2010/main" val="250452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32BC-D550-F897-F778-004ECDF5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CB6A-9272-50B4-60CC-791075B9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PH" sz="1800" b="0" dirty="0"/>
              <a:t>Create new scope </a:t>
            </a:r>
            <a:br>
              <a:rPr lang="en-PH" sz="1800" b="0" dirty="0"/>
            </a:br>
            <a:r>
              <a:rPr lang="en-PH" sz="1800" b="0" dirty="0"/>
              <a:t>network 192.168.X.0</a:t>
            </a:r>
            <a:br>
              <a:rPr lang="en-PH" sz="1800" b="0" dirty="0"/>
            </a:br>
            <a:r>
              <a:rPr lang="en-PH" sz="1800" b="0" dirty="0"/>
              <a:t>range 192.168.X.1-192.168.X.50</a:t>
            </a:r>
            <a:br>
              <a:rPr lang="en-PH" sz="1800" b="0" dirty="0"/>
            </a:br>
            <a:r>
              <a:rPr lang="en-PH" sz="1800" b="0" dirty="0"/>
              <a:t>gateway 192.168.X.254</a:t>
            </a:r>
            <a:br>
              <a:rPr lang="en-PH" sz="1800" b="0" dirty="0"/>
            </a:br>
            <a:r>
              <a:rPr lang="en-PH" sz="1800" b="0" dirty="0"/>
              <a:t>subnet mask 255.255.255.0</a:t>
            </a:r>
            <a:br>
              <a:rPr lang="en-PH" sz="1800" b="0" dirty="0"/>
            </a:br>
            <a:r>
              <a:rPr lang="en-PH" sz="1800" b="0" dirty="0"/>
              <a:t>DNS 192.168.X.100</a:t>
            </a:r>
            <a:br>
              <a:rPr lang="en-PH" sz="1800" b="0" dirty="0"/>
            </a:br>
            <a:endParaRPr lang="en-PH" sz="18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1443AC-5075-CB61-B5C0-AAB080E40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54" t="20128" r="3112" b="44381"/>
          <a:stretch>
            <a:fillRect/>
          </a:stretch>
        </p:blipFill>
        <p:spPr>
          <a:xfrm>
            <a:off x="5823286" y="2920952"/>
            <a:ext cx="5275268" cy="2424658"/>
          </a:xfrm>
        </p:spPr>
      </p:pic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E23D14E-F494-4AD8-2E32-A7146FA23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84" t="29478" r="27874" b="29029"/>
          <a:stretch>
            <a:fillRect/>
          </a:stretch>
        </p:blipFill>
        <p:spPr>
          <a:xfrm>
            <a:off x="1269909" y="2920952"/>
            <a:ext cx="3767312" cy="321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00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1C82-7F30-F123-1BF1-555AD535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500" b="0" dirty="0"/>
              <a:t>Turn on pc, name it, and join to domain</a:t>
            </a:r>
            <a:br>
              <a:rPr lang="en-US" sz="2500" b="0" dirty="0"/>
            </a:br>
            <a:r>
              <a:rPr lang="en-US" sz="2500" b="0" dirty="0"/>
              <a:t>Name PC: NETW2500PC01</a:t>
            </a:r>
            <a:br>
              <a:rPr lang="en-US" sz="2500" b="0" dirty="0"/>
            </a:br>
            <a:endParaRPr lang="en-PH" sz="2500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4A4114-5389-CF51-483B-F3E06CB5C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32" y="2316745"/>
            <a:ext cx="2991267" cy="3562847"/>
          </a:xfr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3CDA7FF-CA22-4E20-09C0-F5BE6D27D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123" y="2907792"/>
            <a:ext cx="3333442" cy="2107692"/>
          </a:xfrm>
          <a:prstGeom prst="rect">
            <a:avLst/>
          </a:prstGeom>
        </p:spPr>
      </p:pic>
      <p:pic>
        <p:nvPicPr>
          <p:cNvPr id="9" name="Picture 8" descr="A computer screen with a computer screen&#10;&#10;AI-generated content may be incorrect.">
            <a:extLst>
              <a:ext uri="{FF2B5EF4-FFF2-40B4-BE49-F238E27FC236}">
                <a16:creationId xmlns:a16="http://schemas.microsoft.com/office/drawing/2014/main" id="{55EAA489-5963-2C38-74F1-8F356D24B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462" y="2223444"/>
            <a:ext cx="4293250" cy="334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5B8A6-74D4-2DFE-F0DA-7AFE8A29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2400" b="0" dirty="0"/>
              <a:t>Take a snapshot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2E4E6C-395D-6924-3D64-92E07595B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9" t="3531" r="34478" b="27056"/>
          <a:stretch>
            <a:fillRect/>
          </a:stretch>
        </p:blipFill>
        <p:spPr>
          <a:xfrm>
            <a:off x="3801978" y="2117558"/>
            <a:ext cx="4363453" cy="3419436"/>
          </a:xfrm>
        </p:spPr>
      </p:pic>
    </p:spTree>
    <p:extLst>
      <p:ext uri="{BB962C8B-B14F-4D97-AF65-F5344CB8AC3E}">
        <p14:creationId xmlns:p14="http://schemas.microsoft.com/office/powerpoint/2010/main" val="11308028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157</Words>
  <Application>Microsoft Office PowerPoint</Application>
  <PresentationFormat>Widescreen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Bierstadt</vt:lpstr>
      <vt:lpstr>Neue Haas Grotesk Text Pro</vt:lpstr>
      <vt:lpstr>GestaltVTI</vt:lpstr>
      <vt:lpstr>ASSIGNMENT 1 – ADDS/DNS/DHCP</vt:lpstr>
      <vt:lpstr>PowerPoint Presentation</vt:lpstr>
      <vt:lpstr>Name server NETW2500DC01 </vt:lpstr>
      <vt:lpstr>Add ADDS role </vt:lpstr>
      <vt:lpstr>Promote domain controller </vt:lpstr>
      <vt:lpstr>Create OU structure: netw2500 -&gt; users/computers Create user: w# Add user to domain admins group </vt:lpstr>
      <vt:lpstr>Login as this user </vt:lpstr>
      <vt:lpstr>Configure a static IP using the following settings: 192.168.X.100 255.255.255.0 192.168.X.254 127.0.0.1 </vt:lpstr>
      <vt:lpstr>Add DHCP role </vt:lpstr>
      <vt:lpstr>Create new scope  network 192.168.X.0 range 192.168.X.1-192.168.X.50 gateway 192.168.X.254 subnet mask 255.255.255.0 DNS 192.168.X.100 </vt:lpstr>
      <vt:lpstr>Turn on pc, name it, and join to domain Name PC: NETW2500PC01 </vt:lpstr>
      <vt:lpstr>Take a snapshot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Camodoc,Daphne Gwyneth</dc:creator>
  <cp:lastModifiedBy>Camodoc,Daphne Gwyneth</cp:lastModifiedBy>
  <cp:revision>5</cp:revision>
  <dcterms:created xsi:type="dcterms:W3CDTF">2025-09-09T19:19:14Z</dcterms:created>
  <dcterms:modified xsi:type="dcterms:W3CDTF">2025-09-10T18:21:06Z</dcterms:modified>
</cp:coreProperties>
</file>