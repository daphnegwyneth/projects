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30" autoAdjust="0"/>
    <p:restoredTop sz="94660"/>
  </p:normalViewPr>
  <p:slideViewPr>
    <p:cSldViewPr snapToGrid="0">
      <p:cViewPr varScale="1">
        <p:scale>
          <a:sx n="78" d="100"/>
          <a:sy n="78" d="100"/>
        </p:scale>
        <p:origin x="13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543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901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925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573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744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750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787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417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2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201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482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567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1BA7680-B1FB-4B6B-2155-45DD5D6C4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913204-BF53-C3F3-D6F5-44551C3214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364" b="2386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32383"/>
            <a:ext cx="12192000" cy="452561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64C3B-1E27-6B6F-821C-F15D1B4B5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506" y="3991500"/>
            <a:ext cx="8837546" cy="1870483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Assignment 7 – File Shares</a:t>
            </a:r>
            <a:endParaRPr lang="en-CA" sz="48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568F8-D000-A7AF-E448-1870DA855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506" y="5917399"/>
            <a:ext cx="8837546" cy="644789"/>
          </a:xfrm>
        </p:spPr>
        <p:txBody>
          <a:bodyPr>
            <a:normAutofit/>
          </a:bodyPr>
          <a:lstStyle/>
          <a:p>
            <a:pPr algn="l"/>
            <a:r>
              <a:rPr lang="en-US" sz="1600" dirty="0">
                <a:solidFill>
                  <a:srgbClr val="FFFFFF"/>
                </a:solidFill>
              </a:rPr>
              <a:t>Daphne Camodoc</a:t>
            </a:r>
            <a:endParaRPr lang="en-CA" sz="1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4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17BFF-4B55-3A42-F4BD-EA16CCD7B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0" dirty="0"/>
              <a:t>Create a File Folder "NETW2500" in your C: drive on your windows server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A22AB3-8923-AFD0-8B97-FD1F33AA98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917" y="883505"/>
            <a:ext cx="7532165" cy="542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191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8A6BF-554B-F62E-781F-257EAB92D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D19D2-0E91-738D-BF8F-C28F7D622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0" dirty="0"/>
              <a:t>Create a file share from this folder using advanced sharing named "NETW2500"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E6BD11-84F7-DEB3-C872-B68D90638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5628" y="946025"/>
            <a:ext cx="6720744" cy="496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4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31FC2-8472-E298-4745-B36637A2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92ACD-CC97-ABD0-8908-52EEF05DF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0" dirty="0"/>
              <a:t>Create subfolders within the share: Staff, Students</a:t>
            </a:r>
            <a:br>
              <a:rPr lang="en-US" sz="2000" b="0" dirty="0"/>
            </a:br>
            <a:endParaRPr lang="en-CA" sz="2000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28E2EE-58CB-97DE-94B1-88246C0AD1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800" y="1931634"/>
            <a:ext cx="7697274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912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2E4B0A-D1F8-E2F2-A511-E50F2BC7F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CE700A5-EB44-D5CA-B557-CF2C29EE6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3AA5F1-9EF5-987D-9C66-89F0057B6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2209" y="4343252"/>
            <a:ext cx="8728364" cy="8898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1300"/>
              <a:t>Techs will have full control of all folders</a:t>
            </a:r>
            <a:br>
              <a:rPr lang="en-US" sz="1300"/>
            </a:br>
            <a:r>
              <a:rPr lang="en-US" sz="1300"/>
              <a:t>    Staff folder: staff should be able to view and write</a:t>
            </a:r>
            <a:br>
              <a:rPr lang="en-US" sz="1300"/>
            </a:br>
            <a:r>
              <a:rPr lang="en-US" sz="1300"/>
              <a:t>    Students folder: students should be able to view and write, staff should be able to view</a:t>
            </a:r>
            <a:br>
              <a:rPr lang="en-US" sz="1300"/>
            </a:br>
            <a:endParaRPr lang="en-US" sz="130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ABEDFC-6FFF-52FC-EDB0-81BA99808B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208" y="678834"/>
            <a:ext cx="2771220" cy="3465976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255602-5969-053A-43BD-964EA4BBBE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2152" y="698918"/>
            <a:ext cx="2801729" cy="3445893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2A1155-3129-945C-8952-7BE7538607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289" y="672120"/>
            <a:ext cx="2795283" cy="34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015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34A3C-4D66-86C9-80D4-01BB61E67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E73E2-526E-00FE-7731-5B9888797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0" dirty="0"/>
              <a:t>Users should not see the folders appear that they do not have access to, even if permission doesn't allow them to enter the folder</a:t>
            </a:r>
            <a:br>
              <a:rPr lang="en-US" sz="2000" b="0" dirty="0"/>
            </a:br>
            <a:endParaRPr lang="en-CA" sz="20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400180-6AE2-5DA9-93BC-4BCEBAE02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144" y="1763419"/>
            <a:ext cx="5102586" cy="454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810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F12A1-F99E-3895-D9E0-5A6C49F5D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F09DE-5B89-BB91-18DB-7324518F2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0" dirty="0"/>
              <a:t>Manually map the drive using file explorer to s:</a:t>
            </a:r>
            <a:br>
              <a:rPr lang="en-US" sz="2000" b="0" dirty="0"/>
            </a:br>
            <a:br>
              <a:rPr lang="en-US" sz="2000" b="0" dirty="0"/>
            </a:br>
            <a:endParaRPr lang="en-CA" sz="20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46CBB2-3897-DFE6-E6DD-81F827302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8008" y="1087784"/>
            <a:ext cx="7395984" cy="547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814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F4881-BDB3-7E56-102A-1AFCBC4A3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4A2DC-6AB8-9B37-990A-67D29EFAF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0" dirty="0"/>
              <a:t>Disconnect drives using file explorer</a:t>
            </a:r>
            <a:br>
              <a:rPr lang="en-US" sz="2000" b="0" dirty="0"/>
            </a:br>
            <a:endParaRPr lang="en-CA" sz="20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E85DC7-D4E6-5FF5-EA8D-BE7974A2E9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251" y="1181121"/>
            <a:ext cx="6887498" cy="512823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0E7B787-05FF-0B75-3869-3DC93BA1C220}"/>
              </a:ext>
            </a:extLst>
          </p:cNvPr>
          <p:cNvSpPr/>
          <p:nvPr/>
        </p:nvSpPr>
        <p:spPr>
          <a:xfrm>
            <a:off x="5617029" y="4098471"/>
            <a:ext cx="947057" cy="2939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289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EDBBA-4A00-8FBA-40C1-AC053ED74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6C1AA-E9C8-0A7F-D908-EA773FD65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0" dirty="0"/>
              <a:t>Map drive to x: using command line</a:t>
            </a:r>
            <a:br>
              <a:rPr lang="en-US" sz="2000" b="0" dirty="0"/>
            </a:br>
            <a:endParaRPr lang="en-CA" sz="20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DDA828-C422-9E8B-83D9-DA27C0F89D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194" y="1033387"/>
            <a:ext cx="7801612" cy="5692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563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54454-154B-F69E-08EC-5CCEA1DEC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CB4D3-CEA7-8843-48F5-4CF8D76EC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0" dirty="0"/>
              <a:t>Disconnect drive using command line</a:t>
            </a:r>
            <a:br>
              <a:rPr lang="en-US" sz="2000" b="0" dirty="0"/>
            </a:br>
            <a:endParaRPr lang="en-CA" sz="20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E57891-30EC-B714-AAB6-FC33BFFDF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414" y="1015888"/>
            <a:ext cx="7745171" cy="555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072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F571F-33D6-CE66-7665-C6617FCAD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F6DA8-5699-D378-ACF4-0FA1DC6F6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0" dirty="0"/>
              <a:t>Deploy </a:t>
            </a:r>
            <a:r>
              <a:rPr lang="en-US" sz="2000" b="0" dirty="0" err="1"/>
              <a:t>gpo</a:t>
            </a:r>
            <a:r>
              <a:rPr lang="en-US" sz="2000" b="0" dirty="0"/>
              <a:t> to user </a:t>
            </a:r>
            <a:r>
              <a:rPr lang="en-US" sz="2000" b="0" dirty="0" err="1"/>
              <a:t>ou</a:t>
            </a:r>
            <a:r>
              <a:rPr lang="en-US" sz="2000" b="0" dirty="0"/>
              <a:t> to map drives for all users</a:t>
            </a:r>
            <a:br>
              <a:rPr lang="en-US" sz="2000" b="0" dirty="0"/>
            </a:br>
            <a:endParaRPr lang="en-CA" sz="20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AD9583-4639-AD60-75C1-88FE94AE5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240" y="1159327"/>
            <a:ext cx="10599520" cy="488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594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3ACD1-0D36-E3ED-A77A-8732A722A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3BD4-638D-47A3-1552-7AC8F6F09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0" dirty="0"/>
              <a:t>Login as staff showing drive has been mapped and access to both folders</a:t>
            </a:r>
            <a:br>
              <a:rPr lang="en-US" sz="2000" b="0" dirty="0"/>
            </a:br>
            <a:endParaRPr lang="en-CA" sz="20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64C606-7D5C-553B-6C7C-CE678F48E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994" y="1154155"/>
            <a:ext cx="7242012" cy="529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706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59349-E379-A375-6706-5553BD157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2D40-880C-D86E-CEAA-5E9070A0D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0" dirty="0"/>
              <a:t>Login as student show drive has been mapped and access to student folder and cannot see staff folder</a:t>
            </a:r>
            <a:br>
              <a:rPr lang="en-US" sz="2000" b="0" dirty="0"/>
            </a:br>
            <a:endParaRPr lang="en-CA" sz="2000" dirty="0"/>
          </a:p>
        </p:txBody>
      </p:sp>
      <p:pic>
        <p:nvPicPr>
          <p:cNvPr id="4" name="Picture 3" descr="A computer screen shot of a computer screen&#10;&#10;AI-generated content may be incorrect.">
            <a:extLst>
              <a:ext uri="{FF2B5EF4-FFF2-40B4-BE49-F238E27FC236}">
                <a16:creationId xmlns:a16="http://schemas.microsoft.com/office/drawing/2014/main" id="{6CEBF326-C947-7546-B1BB-CF397FF882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497" y="1207123"/>
            <a:ext cx="7693005" cy="539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685511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193</Words>
  <Application>Microsoft Office PowerPoint</Application>
  <PresentationFormat>Widescreen</PresentationFormat>
  <Paragraphs>14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Neue Haas Grotesk Text Pro</vt:lpstr>
      <vt:lpstr>VanillaVTI</vt:lpstr>
      <vt:lpstr>Assignment 7 – File Shares</vt:lpstr>
      <vt:lpstr>Create a File Folder "NETW2500" in your C: drive on your windows server</vt:lpstr>
      <vt:lpstr>Create a file share from this folder using advanced sharing named "NETW2500"</vt:lpstr>
      <vt:lpstr>Create subfolders within the share: Staff, Students </vt:lpstr>
      <vt:lpstr>Techs will have full control of all folders     Staff folder: staff should be able to view and write     Students folder: students should be able to view and write, staff should be able to view </vt:lpstr>
      <vt:lpstr>Users should not see the folders appear that they do not have access to, even if permission doesn't allow them to enter the folder </vt:lpstr>
      <vt:lpstr>Manually map the drive using file explorer to s:  </vt:lpstr>
      <vt:lpstr>Disconnect drives using file explorer </vt:lpstr>
      <vt:lpstr>Map drive to x: using command line </vt:lpstr>
      <vt:lpstr>Disconnect drive using command line </vt:lpstr>
      <vt:lpstr>Deploy gpo to user ou to map drives for all users </vt:lpstr>
      <vt:lpstr>Login as staff showing drive has been mapped and access to both folders </vt:lpstr>
      <vt:lpstr>Login as student show drive has been mapped and access to student folder and cannot see staff folder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Camodoc,Daphne Gwyneth</dc:creator>
  <cp:lastModifiedBy>Camodoc,Daphne Gwyneth</cp:lastModifiedBy>
  <cp:revision>4</cp:revision>
  <dcterms:created xsi:type="dcterms:W3CDTF">2025-10-23T16:42:55Z</dcterms:created>
  <dcterms:modified xsi:type="dcterms:W3CDTF">2025-10-24T18:26:07Z</dcterms:modified>
</cp:coreProperties>
</file>