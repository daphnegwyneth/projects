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108" y="7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d707c87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7d707c87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d707c878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7d707c878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d707c878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d707c878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d707c878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7d707c878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7d707c878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7d707c878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d707c8785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7d707c8785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d707c878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d707c878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8818e21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8818e21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620dc61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620dc61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Pt_CoverArt1"/>
          <p:cNvPicPr preferRelativeResize="0"/>
          <p:nvPr/>
        </p:nvPicPr>
        <p:blipFill rotWithShape="1">
          <a:blip r:embed="rId2">
            <a:alphaModFix/>
          </a:blip>
          <a:srcRect r="50334"/>
          <a:stretch/>
        </p:blipFill>
        <p:spPr>
          <a:xfrm>
            <a:off x="0" y="1420416"/>
            <a:ext cx="5143501" cy="13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t="8874" b="8874"/>
          <a:stretch/>
        </p:blipFill>
        <p:spPr>
          <a:xfrm>
            <a:off x="6858000" y="290512"/>
            <a:ext cx="1478756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150" y="2003822"/>
            <a:ext cx="37686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150" y="3504010"/>
            <a:ext cx="41037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oto Sans Symbols"/>
              <a:buNone/>
              <a:defRPr sz="20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lvl="2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95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38940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064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800"/>
              <a:buChar char="⮚"/>
              <a:defRPr sz="2800"/>
            </a:lvl1pPr>
            <a:lvl2pPr marL="914400" lvl="1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✔"/>
              <a:defRPr sz="2400"/>
            </a:lvl2pPr>
            <a:lvl3pPr marL="1371600" lvl="2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702175" y="1425178"/>
            <a:ext cx="38940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064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800"/>
              <a:buChar char="⮚"/>
              <a:defRPr sz="2800"/>
            </a:lvl1pPr>
            <a:lvl2pPr marL="914400" lvl="1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✔"/>
              <a:defRPr sz="2400"/>
            </a:lvl2pPr>
            <a:lvl3pPr marL="1371600" lvl="2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⮚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✔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⮚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2000"/>
              <a:buChar char="✔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43180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3200"/>
              <a:buChar char="⮚"/>
              <a:defRPr sz="3200"/>
            </a:lvl1pPr>
            <a:lvl2pPr marL="914400" lvl="1" indent="-406400" algn="l">
              <a:lnSpc>
                <a:spcPct val="95000"/>
              </a:lnSpc>
              <a:spcBef>
                <a:spcPts val="980"/>
              </a:spcBef>
              <a:spcAft>
                <a:spcPts val="0"/>
              </a:spcAft>
              <a:buSzPts val="2800"/>
              <a:buChar char="✔"/>
              <a:defRPr sz="2800"/>
            </a:lvl2pPr>
            <a:lvl3pPr marL="1371600" lvl="2" indent="-381000" algn="l">
              <a:lnSpc>
                <a:spcPct val="95000"/>
              </a:lnSpc>
              <a:spcBef>
                <a:spcPts val="840"/>
              </a:spcBef>
              <a:spcAft>
                <a:spcPts val="0"/>
              </a:spcAft>
              <a:buSzPts val="2400"/>
              <a:buChar char="▪"/>
              <a:defRPr sz="2400"/>
            </a:lvl3pPr>
            <a:lvl4pPr marL="1828800" lvl="3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5000"/>
              </a:lnSpc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95000"/>
              </a:lnSpc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315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 rot="5400000">
            <a:off x="3286463" y="-1205671"/>
            <a:ext cx="2679000" cy="79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 rot="5400000">
            <a:off x="5966550" y="1269647"/>
            <a:ext cx="3633900" cy="20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 rot="5400000">
            <a:off x="1817575" y="-691753"/>
            <a:ext cx="3633900" cy="59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⮚"/>
              <a:defRPr/>
            </a:lvl1pPr>
            <a:lvl2pPr marL="914400" lvl="1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✔"/>
              <a:defRPr/>
            </a:lvl2pPr>
            <a:lvl3pPr marL="1371600" lvl="2" indent="-3429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lvl="0" indent="-381000" rtl="0">
              <a:spcBef>
                <a:spcPts val="1200"/>
              </a:spcBef>
              <a:spcAft>
                <a:spcPts val="0"/>
              </a:spcAft>
              <a:buSzPts val="2400"/>
              <a:buChar char="⮚"/>
              <a:defRPr/>
            </a:lvl1pPr>
            <a:lvl2pPr marL="914400" lvl="1" indent="-355600" rtl="0">
              <a:spcBef>
                <a:spcPts val="700"/>
              </a:spcBef>
              <a:spcAft>
                <a:spcPts val="0"/>
              </a:spcAft>
              <a:buSzPts val="2000"/>
              <a:buChar char="✔"/>
              <a:defRPr/>
            </a:lvl2pPr>
            <a:lvl3pPr marL="1371600" lvl="2" indent="-355600" rtl="0">
              <a:spcBef>
                <a:spcPts val="700"/>
              </a:spcBef>
              <a:spcAft>
                <a:spcPts val="0"/>
              </a:spcAft>
              <a:buSzPts val="2000"/>
              <a:buChar char="▪"/>
              <a:defRPr/>
            </a:lvl3pPr>
            <a:lvl4pPr marL="1828800" lvl="3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08C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100" tIns="41050" rIns="82100" bIns="41050" anchor="t" anchorCtr="0">
            <a:noAutofit/>
          </a:bodyPr>
          <a:lstStyle>
            <a:lvl1pPr marL="457200" marR="0" lvl="0" indent="-3810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708CA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708CA1"/>
              </a:buClr>
              <a:buSzPts val="2000"/>
              <a:buFont typeface="Noto Sans Symbols"/>
              <a:buChar char="✔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708CA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4">
            <a:alphaModFix/>
          </a:blip>
          <a:srcRect t="8895" b="8895"/>
          <a:stretch/>
        </p:blipFill>
        <p:spPr>
          <a:xfrm>
            <a:off x="133350" y="4750594"/>
            <a:ext cx="1100137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11150" y="2003822"/>
            <a:ext cx="3768600" cy="622800"/>
          </a:xfrm>
          <a:prstGeom prst="rect">
            <a:avLst/>
          </a:prstGeom>
        </p:spPr>
        <p:txBody>
          <a:bodyPr spcFirstLastPara="1" wrap="square" lIns="82100" tIns="41050" rIns="82100" bIns="41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ACL Lab</a:t>
            </a:r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311150" y="3504010"/>
            <a:ext cx="4103700" cy="4941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Daphne Camodoc</a:t>
            </a:r>
            <a:br>
              <a:rPr lang="en" dirty="0"/>
            </a:br>
            <a:r>
              <a:rPr lang="en" dirty="0"/>
              <a:t>Emily Chase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nmap vlan1: http open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7AAD8-EEA3-6052-6C14-BC330C053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785" y="1106483"/>
            <a:ext cx="6306430" cy="33627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2 nmap vlan1: http filtered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C14B6-6CD8-B70F-F49F-8548A0263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548" y="1250725"/>
            <a:ext cx="6296904" cy="3219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loopback scan: all open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37D40-CB26-97F2-4967-36D3390F8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811" y="1485748"/>
            <a:ext cx="6106377" cy="21720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2A5618-048C-D591-4CF5-44ABC0A14525}"/>
              </a:ext>
            </a:extLst>
          </p:cNvPr>
          <p:cNvSpPr/>
          <p:nvPr/>
        </p:nvSpPr>
        <p:spPr>
          <a:xfrm>
            <a:off x="3807229" y="1485749"/>
            <a:ext cx="3208713" cy="210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380CC-14B5-1F37-AF02-8AA6337CD5F6}"/>
              </a:ext>
            </a:extLst>
          </p:cNvPr>
          <p:cNvSpPr/>
          <p:nvPr/>
        </p:nvSpPr>
        <p:spPr>
          <a:xfrm>
            <a:off x="1518812" y="2163820"/>
            <a:ext cx="1789654" cy="853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413FA6-015F-86B8-0D87-B4C7836CD473}"/>
              </a:ext>
            </a:extLst>
          </p:cNvPr>
          <p:cNvSpPr/>
          <p:nvPr/>
        </p:nvSpPr>
        <p:spPr>
          <a:xfrm>
            <a:off x="1518810" y="3342680"/>
            <a:ext cx="3208713" cy="210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4 VLAN 1 Global v6 80/open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0A8A52-E61C-899B-64F1-7401FA135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14" y="1311864"/>
            <a:ext cx="7458972" cy="25197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5 VLAN 1 Global v6 80/filtered</a:t>
            </a: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91516-4533-8B73-AAFB-E12AD40C9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50" y="1425528"/>
            <a:ext cx="7902099" cy="2656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Screenshot 6 VLAN 1 Link-Local v6 80/open</a:t>
            </a:r>
            <a:endParaRPr sz="2900"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754DB4-30AA-F2C5-5A22-F0C0BCF2E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53" y="1490511"/>
            <a:ext cx="7325293" cy="2500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Screenshot 7 </a:t>
            </a:r>
            <a:r>
              <a:rPr lang="en" sz="2800"/>
              <a:t>VLAN 1 Link-Local v6 80/filtered</a:t>
            </a:r>
            <a:endParaRPr sz="3100"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747ED-8CD6-9C7D-2D62-C6AD9E256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37" y="1630499"/>
            <a:ext cx="7157726" cy="23605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8 VLAN 42 IPv4 Connectivity</a:t>
            </a:r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CC012-75CE-5C84-33DC-ECC896C37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00" y="1098412"/>
            <a:ext cx="6850928" cy="3600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82100" tIns="41050" rIns="82100" bIns="410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9 VLAN 1 IPv4 ACLs</a:t>
            </a:r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82100" tIns="41050" rIns="82100" bIns="4105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5A476D-3C85-EE19-7DBB-06DE282A9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368" y="1101058"/>
            <a:ext cx="6203639" cy="35974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arpe fix - logo works! 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76</Words>
  <Application>Microsoft Office PowerPoint</Application>
  <PresentationFormat>On-screen Show (16:9)</PresentationFormat>
  <Paragraphs>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Noto Sans Symbols</vt:lpstr>
      <vt:lpstr>Sharpe fix - logo works! </vt:lpstr>
      <vt:lpstr>ACL Lab</vt:lpstr>
      <vt:lpstr>Screenshot 1 nmap vlan1: http open</vt:lpstr>
      <vt:lpstr>Screenshot 2 nmap vlan1: http filtered</vt:lpstr>
      <vt:lpstr>Screenshot 3 loopback scan: all open</vt:lpstr>
      <vt:lpstr>Screenshot 4 VLAN 1 Global v6 80/open</vt:lpstr>
      <vt:lpstr>Screenshot 5 VLAN 1 Global v6 80/filtered</vt:lpstr>
      <vt:lpstr>Screenshot 6 VLAN 1 Link-Local v6 80/open</vt:lpstr>
      <vt:lpstr>Screenshot 7 VLAN 1 Link-Local v6 80/filtered</vt:lpstr>
      <vt:lpstr>Screenshot 8 VLAN 42 IPv4 Connectivity</vt:lpstr>
      <vt:lpstr>Screenshot 9 VLAN 1 IPv4 ACLs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Camodoc,Daphne Gwyneth</dc:creator>
  <cp:lastModifiedBy>Camodoc,Daphne Gwyneth</cp:lastModifiedBy>
  <cp:revision>6</cp:revision>
  <dcterms:modified xsi:type="dcterms:W3CDTF">2026-03-09T20:03:12Z</dcterms:modified>
</cp:coreProperties>
</file>