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2" y="14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d707c87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7d707c87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d707c878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d707c878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d707c878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d707c878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d707c878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d707c878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Pt_CoverArt1"/>
          <p:cNvPicPr preferRelativeResize="0"/>
          <p:nvPr/>
        </p:nvPicPr>
        <p:blipFill rotWithShape="1">
          <a:blip r:embed="rId2">
            <a:alphaModFix/>
          </a:blip>
          <a:srcRect r="50334"/>
          <a:stretch/>
        </p:blipFill>
        <p:spPr>
          <a:xfrm>
            <a:off x="0" y="1420416"/>
            <a:ext cx="5143501" cy="13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t="8874" b="8874"/>
          <a:stretch/>
        </p:blipFill>
        <p:spPr>
          <a:xfrm>
            <a:off x="6858000" y="290512"/>
            <a:ext cx="1478756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150" y="2003822"/>
            <a:ext cx="37686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150" y="3504010"/>
            <a:ext cx="41037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None/>
              <a:defRPr sz="20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lvl="2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38940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064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Char char="⮚"/>
              <a:defRPr sz="2800"/>
            </a:lvl1pPr>
            <a:lvl2pPr marL="914400" lvl="1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✔"/>
              <a:defRPr sz="2400"/>
            </a:lvl2pPr>
            <a:lvl3pPr marL="1371600" lvl="2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702175" y="1425178"/>
            <a:ext cx="38940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064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Char char="⮚"/>
              <a:defRPr sz="2800"/>
            </a:lvl1pPr>
            <a:lvl2pPr marL="914400" lvl="1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✔"/>
              <a:defRPr sz="2400"/>
            </a:lvl2pPr>
            <a:lvl3pPr marL="1371600" lvl="2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⮚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✔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⮚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✔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3180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3200"/>
              <a:buChar char="⮚"/>
              <a:defRPr sz="3200"/>
            </a:lvl1pPr>
            <a:lvl2pPr marL="914400" lvl="1" indent="-406400" algn="l">
              <a:lnSpc>
                <a:spcPct val="95000"/>
              </a:lnSpc>
              <a:spcBef>
                <a:spcPts val="980"/>
              </a:spcBef>
              <a:spcAft>
                <a:spcPts val="0"/>
              </a:spcAft>
              <a:buSzPts val="2800"/>
              <a:buChar char="✔"/>
              <a:defRPr sz="2800"/>
            </a:lvl2pPr>
            <a:lvl3pPr marL="1371600" lvl="2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 rot="5400000">
            <a:off x="3286463" y="-1205671"/>
            <a:ext cx="2679000" cy="79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 rot="5400000">
            <a:off x="5966550" y="1269647"/>
            <a:ext cx="3633900" cy="20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 rot="5400000">
            <a:off x="1817575" y="-691753"/>
            <a:ext cx="3633900" cy="59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rtl="0">
              <a:spcBef>
                <a:spcPts val="1200"/>
              </a:spcBef>
              <a:spcAft>
                <a:spcPts val="0"/>
              </a:spcAft>
              <a:buSzPts val="2400"/>
              <a:buChar char="⮚"/>
              <a:defRPr/>
            </a:lvl1pPr>
            <a:lvl2pPr marL="914400" lvl="1" indent="-355600" rtl="0">
              <a:spcBef>
                <a:spcPts val="700"/>
              </a:spcBef>
              <a:spcAft>
                <a:spcPts val="0"/>
              </a:spcAft>
              <a:buSzPts val="2000"/>
              <a:buChar char="✔"/>
              <a:defRPr/>
            </a:lvl2pPr>
            <a:lvl3pPr marL="1371600" lvl="2" indent="-355600" rtl="0">
              <a:spcBef>
                <a:spcPts val="700"/>
              </a:spcBef>
              <a:spcAft>
                <a:spcPts val="0"/>
              </a:spcAft>
              <a:buSzPts val="2000"/>
              <a:buChar char="▪"/>
              <a:defRPr/>
            </a:lvl3pPr>
            <a:lvl4pPr marL="1828800" lvl="3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708CA1"/>
              </a:buClr>
              <a:buSzPts val="2000"/>
              <a:buFont typeface="Noto Sans Symbols"/>
              <a:buChar char="✔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708CA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4">
            <a:alphaModFix/>
          </a:blip>
          <a:srcRect t="8895" b="8895"/>
          <a:stretch/>
        </p:blipFill>
        <p:spPr>
          <a:xfrm>
            <a:off x="133350" y="4750594"/>
            <a:ext cx="1100137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11150" y="2003822"/>
            <a:ext cx="3768600" cy="622800"/>
          </a:xfrm>
          <a:prstGeom prst="rect">
            <a:avLst/>
          </a:prstGeom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 Ciphers introduction</a:t>
            </a: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311150" y="3504010"/>
            <a:ext cx="4103700" cy="4941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raw HTML of the website</a:t>
            </a: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3A1671-C0F4-5F30-C3D9-ED354DF9E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936" y="1017725"/>
            <a:ext cx="2842127" cy="3753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Screenshot 2 Cipher Suites list from the Client Hello message.</a:t>
            </a:r>
            <a:endParaRPr sz="210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7CC912-616A-C657-42EC-0AE1AC9B4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487" y="1017725"/>
            <a:ext cx="4279025" cy="3875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SSH Capture</a:t>
            </a: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FFA87E-B6EF-B711-8314-FB6D6AAB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95420"/>
            <a:ext cx="8168640" cy="2307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Screenshot 4 your analysis of what can be seen from https (dns vs https)</a:t>
            </a:r>
            <a:endParaRPr sz="2200"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/>
              <a:t>Can you use a combination of DNS and other HTTPS variables to figure out the domain, subdomain or full URL at all? Do lots of investigation. Key: this is for </a:t>
            </a:r>
            <a:r>
              <a:rPr lang="en" sz="1400" b="1" dirty="0"/>
              <a:t>HTTPS</a:t>
            </a:r>
            <a:r>
              <a:rPr lang="en" sz="1400" dirty="0"/>
              <a:t> not HTTP.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28E4B8-BF9C-3C8B-742E-02353FE2A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111082"/>
            <a:ext cx="3571830" cy="1717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F9D079-DDAA-BF03-F695-54ADB19E8349}"/>
              </a:ext>
            </a:extLst>
          </p:cNvPr>
          <p:cNvSpPr txBox="1"/>
          <p:nvPr/>
        </p:nvSpPr>
        <p:spPr>
          <a:xfrm>
            <a:off x="3918858" y="2491992"/>
            <a:ext cx="45519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the display filter in </a:t>
            </a:r>
            <a:r>
              <a:rPr lang="en-US" dirty="0" err="1"/>
              <a:t>wireshark</a:t>
            </a:r>
            <a:r>
              <a:rPr lang="en-US" dirty="0"/>
              <a:t>, to display all DNS packets and all TLS packets (includes HTTPS handshakes and </a:t>
            </a:r>
            <a:r>
              <a:rPr lang="en-US" dirty="0" err="1"/>
              <a:t>encryped</a:t>
            </a:r>
            <a:r>
              <a:rPr lang="en-US" dirty="0"/>
              <a:t> records) use the </a:t>
            </a:r>
            <a:r>
              <a:rPr lang="en-US" b="1" dirty="0" err="1"/>
              <a:t>dns</a:t>
            </a:r>
            <a:r>
              <a:rPr lang="en-US" b="1" dirty="0"/>
              <a:t>||</a:t>
            </a:r>
            <a:r>
              <a:rPr lang="en-US" b="1" dirty="0" err="1"/>
              <a:t>tls</a:t>
            </a:r>
            <a:endParaRPr lang="en-CA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rpe fix - logo works! 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110</Words>
  <Application>Microsoft Office PowerPoint</Application>
  <PresentationFormat>On-screen Show (16:9)</PresentationFormat>
  <Paragraphs>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Noto Sans Symbols</vt:lpstr>
      <vt:lpstr>Sharpe fix - logo works! </vt:lpstr>
      <vt:lpstr>Wireshark Ciphers introduction</vt:lpstr>
      <vt:lpstr>Screenshot 1 raw HTML of the website</vt:lpstr>
      <vt:lpstr>Screenshot 2 Cipher Suites list from the Client Hello message.</vt:lpstr>
      <vt:lpstr>Screenshot 3 SSH Capture</vt:lpstr>
      <vt:lpstr>Screenshot 4 your analysis of what can be seen from https (dns vs https)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Camodoc,Daphne Gwyneth</cp:lastModifiedBy>
  <cp:revision>3</cp:revision>
  <dcterms:modified xsi:type="dcterms:W3CDTF">2025-10-16T18:45:16Z</dcterms:modified>
</cp:coreProperties>
</file>